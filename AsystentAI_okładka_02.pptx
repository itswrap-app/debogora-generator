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33413700" cx="23631525"/>
  <p:notesSz cx="6858000" cy="9144000"/>
  <p:embeddedFontLst>
    <p:embeddedFont>
      <p:font typeface="Lora"/>
      <p:regular r:id="rId6"/>
      <p:bold r:id="rId7"/>
      <p:italic r:id="rId8"/>
      <p:boldItalic r:id="rId9"/>
    </p:embeddedFont>
    <p:embeddedFont>
      <p:font typeface="PT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-bold.fntdata"/><Relationship Id="rId10" Type="http://schemas.openxmlformats.org/officeDocument/2006/relationships/font" Target="fonts/PTSans-regular.fntdata"/><Relationship Id="rId13" Type="http://schemas.openxmlformats.org/officeDocument/2006/relationships/font" Target="fonts/PTSans-boldItalic.fntdata"/><Relationship Id="rId12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ora-boldItalic.fntdata"/><Relationship Id="rId5" Type="http://schemas.openxmlformats.org/officeDocument/2006/relationships/slide" Target="slides/slide1.xml"/><Relationship Id="rId6" Type="http://schemas.openxmlformats.org/officeDocument/2006/relationships/font" Target="fonts/Lora-regular.fntdata"/><Relationship Id="rId7" Type="http://schemas.openxmlformats.org/officeDocument/2006/relationships/font" Target="fonts/Lora-bold.fntdata"/><Relationship Id="rId8" Type="http://schemas.openxmlformats.org/officeDocument/2006/relationships/font" Target="fonts/Lor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759" y="685800"/>
            <a:ext cx="242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7f8a6755_0_0:notes"/>
          <p:cNvSpPr/>
          <p:nvPr>
            <p:ph idx="2" type="sldImg"/>
          </p:nvPr>
        </p:nvSpPr>
        <p:spPr>
          <a:xfrm>
            <a:off x="2216759" y="685800"/>
            <a:ext cx="242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7f8a67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05571" y="4836980"/>
            <a:ext cx="22020600" cy="13334700"/>
          </a:xfrm>
          <a:prstGeom prst="rect">
            <a:avLst/>
          </a:prstGeom>
        </p:spPr>
        <p:txBody>
          <a:bodyPr anchorCtr="0" anchor="b" bIns="288050" lIns="288050" spcFirstLastPara="1" rIns="288050" wrap="square" tIns="2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1pPr>
            <a:lvl2pPr lvl="1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2pPr>
            <a:lvl3pPr lvl="2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3pPr>
            <a:lvl4pPr lvl="3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4pPr>
            <a:lvl5pPr lvl="4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5pPr>
            <a:lvl6pPr lvl="5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6pPr>
            <a:lvl7pPr lvl="6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7pPr>
            <a:lvl8pPr lvl="7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8pPr>
            <a:lvl9pPr lvl="8" algn="ctr">
              <a:spcBef>
                <a:spcPts val="0"/>
              </a:spcBef>
              <a:spcAft>
                <a:spcPts val="0"/>
              </a:spcAft>
              <a:buSzPts val="16384"/>
              <a:buNone/>
              <a:defRPr sz="16384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05550" y="18411316"/>
            <a:ext cx="22020600" cy="51495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05550" y="13972559"/>
            <a:ext cx="22020600" cy="54681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1pPr>
            <a:lvl2pPr lvl="1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2pPr>
            <a:lvl3pPr lvl="2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3pPr>
            <a:lvl4pPr lvl="3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4pPr>
            <a:lvl5pPr lvl="4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5pPr>
            <a:lvl6pPr lvl="5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6pPr>
            <a:lvl7pPr lvl="6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7pPr>
            <a:lvl8pPr lvl="7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8pPr>
            <a:lvl9pPr lvl="8" algn="ctr">
              <a:spcBef>
                <a:spcPts val="0"/>
              </a:spcBef>
              <a:spcAft>
                <a:spcPts val="0"/>
              </a:spcAft>
              <a:buSzPts val="11343"/>
              <a:buNone/>
              <a:defRPr sz="1134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05550" y="2891014"/>
            <a:ext cx="22020600" cy="37206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1pPr>
            <a:lvl2pPr lvl="1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2pPr>
            <a:lvl3pPr lvl="2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3pPr>
            <a:lvl4pPr lvl="3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4pPr>
            <a:lvl5pPr lvl="4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5pPr>
            <a:lvl6pPr lvl="5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6pPr>
            <a:lvl7pPr lvl="6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7pPr>
            <a:lvl8pPr lvl="7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8pPr>
            <a:lvl9pPr lvl="8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05550" y="7486819"/>
            <a:ext cx="22020600" cy="221943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588731" lvl="0" marL="457200">
              <a:spcBef>
                <a:spcPts val="0"/>
              </a:spcBef>
              <a:spcAft>
                <a:spcPts val="0"/>
              </a:spcAft>
              <a:buSzPts val="5671"/>
              <a:buChar char="●"/>
              <a:defRPr sz="5671"/>
            </a:lvl1pPr>
            <a:lvl2pPr indent="-508702" lvl="1" marL="9144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2pPr>
            <a:lvl3pPr indent="-508702" lvl="2" marL="13716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3pPr>
            <a:lvl4pPr indent="-508702" lvl="3" marL="18288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4pPr>
            <a:lvl5pPr indent="-508702" lvl="4" marL="22860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5pPr>
            <a:lvl6pPr indent="-508702" lvl="5" marL="27432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6pPr>
            <a:lvl7pPr indent="-508702" lvl="6" marL="32004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7pPr>
            <a:lvl8pPr indent="-508702" lvl="7" marL="36576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8pPr>
            <a:lvl9pPr indent="-508702" lvl="8" marL="41148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05550" y="2891014"/>
            <a:ext cx="22020600" cy="37206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1pPr>
            <a:lvl2pPr lvl="1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2pPr>
            <a:lvl3pPr lvl="2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3pPr>
            <a:lvl4pPr lvl="3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4pPr>
            <a:lvl5pPr lvl="4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5pPr>
            <a:lvl6pPr lvl="5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6pPr>
            <a:lvl7pPr lvl="6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7pPr>
            <a:lvl8pPr lvl="7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8pPr>
            <a:lvl9pPr lvl="8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805550" y="7486819"/>
            <a:ext cx="10336800" cy="221943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508702" lvl="0" marL="4572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1pPr>
            <a:lvl2pPr indent="-468688" lvl="1" marL="9144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2pPr>
            <a:lvl3pPr indent="-468688" lvl="2" marL="13716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3pPr>
            <a:lvl4pPr indent="-468688" lvl="3" marL="18288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4pPr>
            <a:lvl5pPr indent="-468688" lvl="4" marL="22860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5pPr>
            <a:lvl6pPr indent="-468688" lvl="5" marL="27432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6pPr>
            <a:lvl7pPr indent="-468688" lvl="6" marL="32004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7pPr>
            <a:lvl8pPr indent="-468688" lvl="7" marL="36576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8pPr>
            <a:lvl9pPr indent="-468688" lvl="8" marL="41148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2488734" y="7486819"/>
            <a:ext cx="10336800" cy="221943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508702" lvl="0" marL="4572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1pPr>
            <a:lvl2pPr indent="-468688" lvl="1" marL="9144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2pPr>
            <a:lvl3pPr indent="-468688" lvl="2" marL="13716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3pPr>
            <a:lvl4pPr indent="-468688" lvl="3" marL="18288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4pPr>
            <a:lvl5pPr indent="-468688" lvl="4" marL="22860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5pPr>
            <a:lvl6pPr indent="-468688" lvl="5" marL="27432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6pPr>
            <a:lvl7pPr indent="-468688" lvl="6" marL="32004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7pPr>
            <a:lvl8pPr indent="-468688" lvl="7" marL="36576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8pPr>
            <a:lvl9pPr indent="-468688" lvl="8" marL="41148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05550" y="2891014"/>
            <a:ext cx="22020600" cy="37206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1pPr>
            <a:lvl2pPr lvl="1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2pPr>
            <a:lvl3pPr lvl="2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3pPr>
            <a:lvl4pPr lvl="3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4pPr>
            <a:lvl5pPr lvl="4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5pPr>
            <a:lvl6pPr lvl="5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6pPr>
            <a:lvl7pPr lvl="6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7pPr>
            <a:lvl8pPr lvl="7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8pPr>
            <a:lvl9pPr lvl="8">
              <a:spcBef>
                <a:spcPts val="0"/>
              </a:spcBef>
              <a:spcAft>
                <a:spcPts val="0"/>
              </a:spcAft>
              <a:buSzPts val="8822"/>
              <a:buNone/>
              <a:defRPr sz="882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05550" y="3609342"/>
            <a:ext cx="7257300" cy="4909200"/>
          </a:xfrm>
          <a:prstGeom prst="rect">
            <a:avLst/>
          </a:prstGeom>
        </p:spPr>
        <p:txBody>
          <a:bodyPr anchorCtr="0" anchor="b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1pPr>
            <a:lvl2pPr lvl="1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2pPr>
            <a:lvl3pPr lvl="2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3pPr>
            <a:lvl4pPr lvl="3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4pPr>
            <a:lvl5pPr lvl="4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5pPr>
            <a:lvl6pPr lvl="5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6pPr>
            <a:lvl7pPr lvl="6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7pPr>
            <a:lvl8pPr lvl="7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8pPr>
            <a:lvl9pPr lvl="8">
              <a:spcBef>
                <a:spcPts val="0"/>
              </a:spcBef>
              <a:spcAft>
                <a:spcPts val="0"/>
              </a:spcAft>
              <a:buSzPts val="7562"/>
              <a:buNone/>
              <a:defRPr sz="7562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05550" y="9027253"/>
            <a:ext cx="7257300" cy="206541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468688" lvl="0" marL="4572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1pPr>
            <a:lvl2pPr indent="-468688" lvl="1" marL="9144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2pPr>
            <a:lvl3pPr indent="-468688" lvl="2" marL="13716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3pPr>
            <a:lvl4pPr indent="-468688" lvl="3" marL="18288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4pPr>
            <a:lvl5pPr indent="-468688" lvl="4" marL="22860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5pPr>
            <a:lvl6pPr indent="-468688" lvl="5" marL="27432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6pPr>
            <a:lvl7pPr indent="-468688" lvl="6" marL="3200400">
              <a:spcBef>
                <a:spcPts val="0"/>
              </a:spcBef>
              <a:spcAft>
                <a:spcPts val="0"/>
              </a:spcAft>
              <a:buSzPts val="3781"/>
              <a:buChar char="●"/>
              <a:defRPr sz="3781"/>
            </a:lvl7pPr>
            <a:lvl8pPr indent="-468688" lvl="7" marL="3657600">
              <a:spcBef>
                <a:spcPts val="0"/>
              </a:spcBef>
              <a:spcAft>
                <a:spcPts val="0"/>
              </a:spcAft>
              <a:buSzPts val="3781"/>
              <a:buChar char="○"/>
              <a:defRPr sz="3781"/>
            </a:lvl8pPr>
            <a:lvl9pPr indent="-468688" lvl="8" marL="4114800">
              <a:spcBef>
                <a:spcPts val="0"/>
              </a:spcBef>
              <a:spcAft>
                <a:spcPts val="0"/>
              </a:spcAft>
              <a:buSzPts val="3781"/>
              <a:buChar char="■"/>
              <a:defRPr sz="3781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266990" y="2924308"/>
            <a:ext cx="16456800" cy="265755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1pPr>
            <a:lvl2pPr lvl="1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2pPr>
            <a:lvl3pPr lvl="2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3pPr>
            <a:lvl4pPr lvl="3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4pPr>
            <a:lvl5pPr lvl="4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5pPr>
            <a:lvl6pPr lvl="5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6pPr>
            <a:lvl7pPr lvl="6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7pPr>
            <a:lvl8pPr lvl="7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8pPr>
            <a:lvl9pPr lvl="8">
              <a:spcBef>
                <a:spcPts val="0"/>
              </a:spcBef>
              <a:spcAft>
                <a:spcPts val="0"/>
              </a:spcAft>
              <a:buSzPts val="15124"/>
              <a:buNone/>
              <a:defRPr sz="15124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1815763" y="-812"/>
            <a:ext cx="11815800" cy="3341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88050" lIns="288050" spcFirstLastPara="1" rIns="288050" wrap="square" tIns="2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86152" y="8011070"/>
            <a:ext cx="10454100" cy="9629400"/>
          </a:xfrm>
          <a:prstGeom prst="rect">
            <a:avLst/>
          </a:prstGeom>
        </p:spPr>
        <p:txBody>
          <a:bodyPr anchorCtr="0" anchor="b" bIns="288050" lIns="288050" spcFirstLastPara="1" rIns="288050" wrap="square" tIns="2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1pPr>
            <a:lvl2pPr lvl="1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2pPr>
            <a:lvl3pPr lvl="2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3pPr>
            <a:lvl4pPr lvl="3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4pPr>
            <a:lvl5pPr lvl="4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5pPr>
            <a:lvl6pPr lvl="5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6pPr>
            <a:lvl7pPr lvl="6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7pPr>
            <a:lvl8pPr lvl="7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8pPr>
            <a:lvl9pPr lvl="8" algn="ctr">
              <a:spcBef>
                <a:spcPts val="0"/>
              </a:spcBef>
              <a:spcAft>
                <a:spcPts val="0"/>
              </a:spcAft>
              <a:buSzPts val="13233"/>
              <a:buNone/>
              <a:defRPr sz="1323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686152" y="18209606"/>
            <a:ext cx="10454100" cy="80232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7"/>
              <a:buNone/>
              <a:defRPr sz="661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2765520" y="4703806"/>
            <a:ext cx="9915900" cy="240042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indent="-588731" lvl="0" marL="457200">
              <a:spcBef>
                <a:spcPts val="0"/>
              </a:spcBef>
              <a:spcAft>
                <a:spcPts val="0"/>
              </a:spcAft>
              <a:buSzPts val="5671"/>
              <a:buChar char="●"/>
              <a:defRPr sz="5671"/>
            </a:lvl1pPr>
            <a:lvl2pPr indent="-508702" lvl="1" marL="9144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2pPr>
            <a:lvl3pPr indent="-508702" lvl="2" marL="13716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3pPr>
            <a:lvl4pPr indent="-508702" lvl="3" marL="18288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4pPr>
            <a:lvl5pPr indent="-508702" lvl="4" marL="22860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5pPr>
            <a:lvl6pPr indent="-508702" lvl="5" marL="27432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6pPr>
            <a:lvl7pPr indent="-508702" lvl="6" marL="3200400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7pPr>
            <a:lvl8pPr indent="-508702" lvl="7" marL="3657600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8pPr>
            <a:lvl9pPr indent="-508702" lvl="8" marL="4114800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05550" y="27483069"/>
            <a:ext cx="15503100" cy="3930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71"/>
              <a:buNone/>
              <a:defRPr sz="5671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805550" y="7185716"/>
            <a:ext cx="22020600" cy="12755700"/>
          </a:xfrm>
          <a:prstGeom prst="rect">
            <a:avLst/>
          </a:prstGeom>
        </p:spPr>
        <p:txBody>
          <a:bodyPr anchorCtr="0" anchor="b" bIns="288050" lIns="288050" spcFirstLastPara="1" rIns="288050" wrap="square" tIns="2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1pPr>
            <a:lvl2pPr lvl="1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2pPr>
            <a:lvl3pPr lvl="2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3pPr>
            <a:lvl4pPr lvl="3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4pPr>
            <a:lvl5pPr lvl="4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5pPr>
            <a:lvl6pPr lvl="5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6pPr>
            <a:lvl7pPr lvl="6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7pPr>
            <a:lvl8pPr lvl="7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8pPr>
            <a:lvl9pPr lvl="8" algn="ctr">
              <a:spcBef>
                <a:spcPts val="0"/>
              </a:spcBef>
              <a:spcAft>
                <a:spcPts val="0"/>
              </a:spcAft>
              <a:buSzPts val="37809"/>
              <a:buNone/>
              <a:defRPr sz="3780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05550" y="20477788"/>
            <a:ext cx="22020600" cy="8450400"/>
          </a:xfrm>
          <a:prstGeom prst="rect">
            <a:avLst/>
          </a:prstGeom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588731" lvl="0" marL="457200" algn="ctr">
              <a:spcBef>
                <a:spcPts val="0"/>
              </a:spcBef>
              <a:spcAft>
                <a:spcPts val="0"/>
              </a:spcAft>
              <a:buSzPts val="5671"/>
              <a:buChar char="●"/>
              <a:defRPr sz="5671"/>
            </a:lvl1pPr>
            <a:lvl2pPr indent="-508702" lvl="1" marL="914400" algn="ctr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2pPr>
            <a:lvl3pPr indent="-508702" lvl="2" marL="1371600" algn="ctr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3pPr>
            <a:lvl4pPr indent="-508702" lvl="3" marL="1828800" algn="ctr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4pPr>
            <a:lvl5pPr indent="-508702" lvl="4" marL="2286000" algn="ctr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5pPr>
            <a:lvl6pPr indent="-508702" lvl="5" marL="2743200" algn="ctr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6pPr>
            <a:lvl7pPr indent="-508702" lvl="6" marL="3200400" algn="ctr">
              <a:spcBef>
                <a:spcPts val="0"/>
              </a:spcBef>
              <a:spcAft>
                <a:spcPts val="0"/>
              </a:spcAft>
              <a:buSzPts val="4411"/>
              <a:buChar char="●"/>
              <a:defRPr sz="4411"/>
            </a:lvl7pPr>
            <a:lvl8pPr indent="-508702" lvl="7" marL="3657600" algn="ctr">
              <a:spcBef>
                <a:spcPts val="0"/>
              </a:spcBef>
              <a:spcAft>
                <a:spcPts val="0"/>
              </a:spcAft>
              <a:buSzPts val="4411"/>
              <a:buChar char="○"/>
              <a:defRPr sz="4411"/>
            </a:lvl8pPr>
            <a:lvl9pPr indent="-508702" lvl="8" marL="4114800" algn="ctr">
              <a:spcBef>
                <a:spcPts val="0"/>
              </a:spcBef>
              <a:spcAft>
                <a:spcPts val="0"/>
              </a:spcAft>
              <a:buSzPts val="4411"/>
              <a:buChar char="■"/>
              <a:defRPr sz="441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>
              <a:buNone/>
              <a:defRPr sz="3151"/>
            </a:lvl1pPr>
            <a:lvl2pPr lvl="1">
              <a:buNone/>
              <a:defRPr sz="3151"/>
            </a:lvl2pPr>
            <a:lvl3pPr lvl="2">
              <a:buNone/>
              <a:defRPr sz="3151"/>
            </a:lvl3pPr>
            <a:lvl4pPr lvl="3">
              <a:buNone/>
              <a:defRPr sz="3151"/>
            </a:lvl4pPr>
            <a:lvl5pPr lvl="4">
              <a:buNone/>
              <a:defRPr sz="3151"/>
            </a:lvl5pPr>
            <a:lvl6pPr lvl="5">
              <a:buNone/>
              <a:defRPr sz="3151"/>
            </a:lvl6pPr>
            <a:lvl7pPr lvl="6">
              <a:buNone/>
              <a:defRPr sz="3151"/>
            </a:lvl7pPr>
            <a:lvl8pPr lvl="7">
              <a:buNone/>
              <a:defRPr sz="3151"/>
            </a:lvl8pPr>
            <a:lvl9pPr lvl="8">
              <a:buNone/>
              <a:defRPr sz="315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05550" y="2891014"/>
            <a:ext cx="220206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050" lIns="288050" spcFirstLastPara="1" rIns="288050" wrap="square" tIns="288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22"/>
              <a:buNone/>
              <a:defRPr sz="882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05550" y="7486819"/>
            <a:ext cx="22020600" cy="22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050" lIns="288050" spcFirstLastPara="1" rIns="288050" wrap="square" tIns="288050">
            <a:normAutofit/>
          </a:bodyPr>
          <a:lstStyle>
            <a:lvl1pPr indent="-58873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71"/>
              <a:buChar char="●"/>
              <a:defRPr sz="5671">
                <a:solidFill>
                  <a:schemeClr val="dk2"/>
                </a:solidFill>
              </a:defRPr>
            </a:lvl1pPr>
            <a:lvl2pPr indent="-50870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○"/>
              <a:defRPr sz="4411">
                <a:solidFill>
                  <a:schemeClr val="dk2"/>
                </a:solidFill>
              </a:defRPr>
            </a:lvl2pPr>
            <a:lvl3pPr indent="-50870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■"/>
              <a:defRPr sz="4411">
                <a:solidFill>
                  <a:schemeClr val="dk2"/>
                </a:solidFill>
              </a:defRPr>
            </a:lvl3pPr>
            <a:lvl4pPr indent="-50870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●"/>
              <a:defRPr sz="4411">
                <a:solidFill>
                  <a:schemeClr val="dk2"/>
                </a:solidFill>
              </a:defRPr>
            </a:lvl4pPr>
            <a:lvl5pPr indent="-50870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○"/>
              <a:defRPr sz="4411">
                <a:solidFill>
                  <a:schemeClr val="dk2"/>
                </a:solidFill>
              </a:defRPr>
            </a:lvl5pPr>
            <a:lvl6pPr indent="-50870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■"/>
              <a:defRPr sz="4411">
                <a:solidFill>
                  <a:schemeClr val="dk2"/>
                </a:solidFill>
              </a:defRPr>
            </a:lvl6pPr>
            <a:lvl7pPr indent="-50870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●"/>
              <a:defRPr sz="4411">
                <a:solidFill>
                  <a:schemeClr val="dk2"/>
                </a:solidFill>
              </a:defRPr>
            </a:lvl7pPr>
            <a:lvl8pPr indent="-50870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○"/>
              <a:defRPr sz="4411">
                <a:solidFill>
                  <a:schemeClr val="dk2"/>
                </a:solidFill>
              </a:defRPr>
            </a:lvl8pPr>
            <a:lvl9pPr indent="-50870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11"/>
              <a:buChar char="■"/>
              <a:defRPr sz="441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1896008" y="30293638"/>
            <a:ext cx="1417800" cy="25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050" lIns="288050" spcFirstLastPara="1" rIns="288050" wrap="square" tIns="288050">
            <a:normAutofit/>
          </a:bodyPr>
          <a:lstStyle>
            <a:lvl1pPr lvl="0" algn="r">
              <a:buNone/>
              <a:defRPr sz="3151">
                <a:solidFill>
                  <a:schemeClr val="dk2"/>
                </a:solidFill>
              </a:defRPr>
            </a:lvl1pPr>
            <a:lvl2pPr lvl="1" algn="r">
              <a:buNone/>
              <a:defRPr sz="3151">
                <a:solidFill>
                  <a:schemeClr val="dk2"/>
                </a:solidFill>
              </a:defRPr>
            </a:lvl2pPr>
            <a:lvl3pPr lvl="2" algn="r">
              <a:buNone/>
              <a:defRPr sz="3151">
                <a:solidFill>
                  <a:schemeClr val="dk2"/>
                </a:solidFill>
              </a:defRPr>
            </a:lvl3pPr>
            <a:lvl4pPr lvl="3" algn="r">
              <a:buNone/>
              <a:defRPr sz="3151">
                <a:solidFill>
                  <a:schemeClr val="dk2"/>
                </a:solidFill>
              </a:defRPr>
            </a:lvl4pPr>
            <a:lvl5pPr lvl="4" algn="r">
              <a:buNone/>
              <a:defRPr sz="3151">
                <a:solidFill>
                  <a:schemeClr val="dk2"/>
                </a:solidFill>
              </a:defRPr>
            </a:lvl5pPr>
            <a:lvl6pPr lvl="5" algn="r">
              <a:buNone/>
              <a:defRPr sz="3151">
                <a:solidFill>
                  <a:schemeClr val="dk2"/>
                </a:solidFill>
              </a:defRPr>
            </a:lvl6pPr>
            <a:lvl7pPr lvl="6" algn="r">
              <a:buNone/>
              <a:defRPr sz="3151">
                <a:solidFill>
                  <a:schemeClr val="dk2"/>
                </a:solidFill>
              </a:defRPr>
            </a:lvl7pPr>
            <a:lvl8pPr lvl="7" algn="r">
              <a:buNone/>
              <a:defRPr sz="3151">
                <a:solidFill>
                  <a:schemeClr val="dk2"/>
                </a:solidFill>
              </a:defRPr>
            </a:lvl8pPr>
            <a:lvl9pPr lvl="8" algn="r">
              <a:buNone/>
              <a:defRPr sz="315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nr (130).JPG"/>
          <p:cNvPicPr preferRelativeResize="0"/>
          <p:nvPr/>
        </p:nvPicPr>
        <p:blipFill rotWithShape="1">
          <a:blip r:embed="rId3">
            <a:alphaModFix/>
          </a:blip>
          <a:srcRect b="0" l="16750" r="15079" t="3073"/>
          <a:stretch/>
        </p:blipFill>
        <p:spPr>
          <a:xfrm>
            <a:off x="0" y="-75"/>
            <a:ext cx="23631524" cy="223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601025" y="22886180"/>
            <a:ext cx="20319600" cy="4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Oferta integracji</a:t>
            </a:r>
            <a:r>
              <a:rPr b="1" lang="pl" sz="1500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 dla </a:t>
            </a:r>
            <a:r>
              <a:rPr b="1" lang="pl" sz="750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{{nazwa firmy}}</a:t>
            </a:r>
            <a:endParaRPr b="1" sz="7500">
              <a:solidFill>
                <a:srgbClr val="33333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56" name="Google Shape;56;p13" title="Debogora logotyp Mono white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188" y="1327775"/>
            <a:ext cx="6221901" cy="69154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688717" y="27124800"/>
            <a:ext cx="20264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4000">
                <a:solidFill>
                  <a:srgbClr val="00622F"/>
                </a:solidFill>
                <a:latin typeface="PT Sans"/>
                <a:ea typeface="PT Sans"/>
                <a:cs typeface="PT Sans"/>
                <a:sym typeface="PT Sans"/>
              </a:rPr>
              <a:t>Dworek Dębogóra, sale eventowe i domki Krovacja</a:t>
            </a:r>
            <a:endParaRPr sz="4000">
              <a:solidFill>
                <a:srgbClr val="00622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482600" lvl="0" marL="45720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622F"/>
              </a:buClr>
              <a:buSzPts val="4000"/>
              <a:buFont typeface="PT Sans"/>
              <a:buChar char="-"/>
            </a:pPr>
            <a:r>
              <a:rPr lang="pl" sz="4000">
                <a:solidFill>
                  <a:srgbClr val="00622F"/>
                </a:solidFill>
                <a:latin typeface="PT Sans"/>
                <a:ea typeface="PT Sans"/>
                <a:cs typeface="PT Sans"/>
                <a:sym typeface="PT Sans"/>
              </a:rPr>
              <a:t>jeden kompleks, wiele możliwości.</a:t>
            </a:r>
            <a:endParaRPr sz="4000">
              <a:solidFill>
                <a:srgbClr val="00622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817675" y="31181700"/>
            <a:ext cx="39879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4000">
                <a:solidFill>
                  <a:srgbClr val="00622F"/>
                </a:solidFill>
                <a:latin typeface="PT Sans"/>
                <a:ea typeface="PT Sans"/>
                <a:cs typeface="PT Sans"/>
                <a:sym typeface="PT Sans"/>
              </a:rPr>
              <a:t>www.debogora.pl</a:t>
            </a:r>
            <a:endParaRPr sz="4000">
              <a:solidFill>
                <a:srgbClr val="00622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59" name="Google Shape;59;p13" title="lisc-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5250" y="28857286"/>
            <a:ext cx="177165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